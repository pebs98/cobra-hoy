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Lockbox 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HOY — Secured Lending Facility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9601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960120"/>
            <a:ext cx="10515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9601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960120"/>
            <a:ext cx="10515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31920" y="9601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960120"/>
            <a:ext cx="10515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7772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PROVIDERS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invest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20240" y="173736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0240" y="173736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SPV</a:t>
            </a:r>
            <a:endParaRPr lang="en-US" sz="900" dirty="0"/>
          </a:p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of Record · Pledgee · AML Obliged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2C5F2D">
              <a:alpha val="92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923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SEOGA — Data &amp; Intelligence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72200" y="1161288"/>
            <a:ext cx="777240" cy="594360"/>
          </a:xfrm>
          <a:prstGeom prst="roundRect">
            <a:avLst>
              <a:gd name="adj" fmla="val 1230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161288"/>
            <a:ext cx="777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1161288"/>
            <a:ext cx="777240" cy="594360"/>
          </a:xfrm>
          <a:prstGeom prst="roundRect">
            <a:avLst>
              <a:gd name="adj" fmla="val 1230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161288"/>
            <a:ext cx="777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09560" y="1161288"/>
            <a:ext cx="777240" cy="594360"/>
          </a:xfrm>
          <a:prstGeom prst="roundRect">
            <a:avLst>
              <a:gd name="adj" fmla="val 1230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09560" y="1161288"/>
            <a:ext cx="777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251460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4A5568">
              <a:alpha val="92000"/>
            </a:srgbClr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569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PLATFORM — Laminar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72200" y="280720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4A5568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2807208"/>
            <a:ext cx="777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40880" y="280720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4A5568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2807208"/>
            <a:ext cx="777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9560" y="2807208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4A5568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09560" y="2807208"/>
            <a:ext cx="7772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Pledged Acct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26974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10312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00" dirty="0"/>
          </a:p>
          <a:p>
            <a:pPr algn="ctr" indent="0" marL="0">
              <a:buNone/>
            </a:pPr>
            <a:r>
              <a:rPr lang="en-US" sz="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0" y="347472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4A556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97280" y="34747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BANK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280160" y="3675888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80160" y="3675888"/>
            <a:ext cx="21031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Pledged 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700" b="1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hospital's name</a:t>
            </a:r>
            <a:endParaRPr lang="en-US" sz="900" dirty="0"/>
          </a:p>
          <a:p>
            <a:pPr algn="ctr" indent="0" marL="0">
              <a:buNone/>
            </a:pPr>
            <a:r>
              <a:rPr lang="en-US" sz="700" b="1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sees no change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3675888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49040" y="3675888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0" y="45720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645920" y="4572000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per convenio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84248" y="1399032"/>
            <a:ext cx="758952" cy="338328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218688" y="1399032"/>
            <a:ext cx="-18288" cy="338328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53128" y="1399032"/>
            <a:ext cx="-795528" cy="338328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200400" y="2331720"/>
            <a:ext cx="0" cy="365760"/>
          </a:xfrm>
          <a:prstGeom prst="line">
            <a:avLst/>
          </a:prstGeom>
          <a:noFill/>
          <a:ln w="2540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383280" y="2423160"/>
            <a:ext cx="1371600" cy="18288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advance (SEPA CT)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0" y="4572000"/>
            <a:ext cx="-365760" cy="-274320"/>
          </a:xfrm>
          <a:prstGeom prst="line">
            <a:avLst/>
          </a:prstGeom>
          <a:noFill/>
          <a:ln w="2540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188720" y="4480560"/>
            <a:ext cx="1188720" cy="18288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batch payment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280160" y="3977640"/>
            <a:ext cx="-365760" cy="0"/>
          </a:xfrm>
          <a:prstGeom prst="line">
            <a:avLst/>
          </a:prstGeom>
          <a:noFill/>
          <a:ln w="25400">
            <a:solidFill>
              <a:srgbClr val="2C7A2C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14400" y="3977640"/>
            <a:ext cx="0" cy="-1920240"/>
          </a:xfrm>
          <a:prstGeom prst="line">
            <a:avLst/>
          </a:prstGeom>
          <a:noFill/>
          <a:ln w="25400">
            <a:solidFill>
              <a:srgbClr val="2C7A2C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14400" y="2057400"/>
            <a:ext cx="1005840" cy="0"/>
          </a:xfrm>
          <a:prstGeom prst="line">
            <a:avLst/>
          </a:prstGeom>
          <a:noFill/>
          <a:ln w="2540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502920" y="2834640"/>
            <a:ext cx="1005840" cy="164592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daily sweep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02920" y="2980944"/>
            <a:ext cx="1005840" cy="146304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3383280" y="3977640"/>
            <a:ext cx="365760" cy="0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3291840" y="4096512"/>
            <a:ext cx="777240" cy="18288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surplus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406640" y="2286000"/>
            <a:ext cx="0" cy="228600"/>
          </a:xfrm>
          <a:prstGeom prst="line">
            <a:avLst/>
          </a:prstGeom>
          <a:noFill/>
          <a:ln w="15240">
            <a:solidFill>
              <a:srgbClr val="065A82"/>
            </a:solidFill>
            <a:prstDash val="dash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5577840" y="2148840"/>
            <a:ext cx="1005840" cy="146304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claims,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577840" y="2276856"/>
            <a:ext cx="1005840" cy="146304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035040" y="3063240"/>
            <a:ext cx="-1737360" cy="-91440"/>
          </a:xfrm>
          <a:prstGeom prst="line">
            <a:avLst/>
          </a:prstGeom>
          <a:noFill/>
          <a:ln w="15240">
            <a:solidFill>
              <a:srgbClr val="065A82"/>
            </a:solidFill>
            <a:prstDash val="dash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937760" y="2880360"/>
            <a:ext cx="457200" cy="18288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35040" y="3310128"/>
            <a:ext cx="-2468880" cy="256032"/>
          </a:xfrm>
          <a:prstGeom prst="line">
            <a:avLst/>
          </a:prstGeom>
          <a:noFill/>
          <a:ln w="15240">
            <a:solidFill>
              <a:srgbClr val="065A82"/>
            </a:solidFill>
            <a:prstDash val="dash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937760" y="3383280"/>
            <a:ext cx="1097280" cy="146304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&amp; sweep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480560" y="2148840"/>
            <a:ext cx="-182880" cy="685800"/>
          </a:xfrm>
          <a:prstGeom prst="line">
            <a:avLst/>
          </a:prstGeom>
          <a:noFill/>
          <a:ln w="15240">
            <a:solidFill>
              <a:srgbClr val="B85042"/>
            </a:solidFill>
            <a:prstDash val="lgDash"/>
            <a:headEnd type="triangle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4709160" y="2331720"/>
            <a:ext cx="1097280" cy="13716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Agmt +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4709160" y="2450592"/>
            <a:ext cx="1097280" cy="13716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Umbrella Pledge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2920" y="3246120"/>
            <a:ext cx="1005840" cy="13716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Tripartite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02920" y="3364992"/>
            <a:ext cx="1005840" cy="137160"/>
          </a:xfrm>
          <a:prstGeom prst="rect">
            <a:avLst/>
          </a:prstGeom>
          <a:solidFill>
            <a:srgbClr val="F7FAFC">
              <a:alpha val="8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Agmt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846320" y="4663440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83480" y="4846320"/>
            <a:ext cx="320040" cy="0"/>
          </a:xfrm>
          <a:prstGeom prst="line">
            <a:avLst/>
          </a:prstGeom>
          <a:noFill/>
          <a:ln w="31750">
            <a:solidFill>
              <a:srgbClr val="2C7A2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924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217920" y="4846320"/>
            <a:ext cx="32004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6583680" y="4736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452360" y="4846320"/>
            <a:ext cx="3200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lgDash"/>
          </a:ln>
        </p:spPr>
      </p:sp>
      <p:sp>
        <p:nvSpPr>
          <p:cNvPr id="72" name="Text 70"/>
          <p:cNvSpPr/>
          <p:nvPr/>
        </p:nvSpPr>
        <p:spPr>
          <a:xfrm>
            <a:off x="7818120" y="4736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relationship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Cobra HOY — Double Lockbox Structure</dc:title>
  <dc:subject>PptxGenJS Presentation</dc:subject>
  <dc:creator>Laminar</dc:creator>
  <cp:lastModifiedBy>Laminar</cp:lastModifiedBy>
  <cp:revision>1</cp:revision>
  <dcterms:created xsi:type="dcterms:W3CDTF">2026-02-26T08:05:45Z</dcterms:created>
  <dcterms:modified xsi:type="dcterms:W3CDTF">2026-02-26T08:05:45Z</dcterms:modified>
</cp:coreProperties>
</file>